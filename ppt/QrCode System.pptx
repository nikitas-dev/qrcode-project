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0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47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82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14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27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75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56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5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8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84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43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86B6B42-B1CA-4402-A980-0F9C10088412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B009578-4399-49D9-BD06-861458EA5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1595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BEC1-D1E3-0769-D8E3-77B0BDF74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QrCode</a:t>
            </a:r>
            <a:r>
              <a:rPr lang="en-GB" dirty="0"/>
              <a:t>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835E-4D94-10C3-AA88-FDFCBB8EF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- Hackathon Team</a:t>
            </a:r>
          </a:p>
        </p:txBody>
      </p:sp>
    </p:spTree>
    <p:extLst>
      <p:ext uri="{BB962C8B-B14F-4D97-AF65-F5344CB8AC3E}">
        <p14:creationId xmlns:p14="http://schemas.microsoft.com/office/powerpoint/2010/main" val="79494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D301-A82E-65C9-7ACD-64CF0AD1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42" y="175054"/>
            <a:ext cx="10515600" cy="1325563"/>
          </a:xfrm>
        </p:spPr>
        <p:txBody>
          <a:bodyPr/>
          <a:lstStyle/>
          <a:p>
            <a:r>
              <a:rPr lang="en-US" dirty="0"/>
              <a:t>Tickets</a:t>
            </a:r>
            <a:endParaRPr lang="en-GB" dirty="0"/>
          </a:p>
        </p:txBody>
      </p:sp>
      <p:sp>
        <p:nvSpPr>
          <p:cNvPr id="5" name="AutoShape 2" descr="Generated image: Network connection diagram with devices">
            <a:extLst>
              <a:ext uri="{FF2B5EF4-FFF2-40B4-BE49-F238E27FC236}">
                <a16:creationId xmlns:a16="http://schemas.microsoft.com/office/drawing/2014/main" id="{DAA515F6-F200-7AAE-FFE8-FC0F154D12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331C7-DB46-A1D2-1EC8-1B6052AC7642}"/>
              </a:ext>
            </a:extLst>
          </p:cNvPr>
          <p:cNvSpPr txBox="1"/>
          <p:nvPr/>
        </p:nvSpPr>
        <p:spPr>
          <a:xfrm>
            <a:off x="533400" y="1323717"/>
            <a:ext cx="5562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200 premade tickets are made, all of them have random </a:t>
            </a:r>
            <a:r>
              <a:rPr lang="en-GB" dirty="0" err="1"/>
              <a:t>QrCodes</a:t>
            </a:r>
            <a:r>
              <a:rPr lang="en-GB" dirty="0"/>
              <a:t> stuck on them. The code also makes a printable PDF with all the tickets which makes it very easy to print.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All of this is very customisable, you can have more tickets per page to use less paper, make the </a:t>
            </a:r>
            <a:r>
              <a:rPr lang="en-GB" dirty="0" err="1"/>
              <a:t>QrCode</a:t>
            </a:r>
            <a:r>
              <a:rPr lang="en-GB" dirty="0"/>
              <a:t> bigger or smaller or have a unique design to it.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972319-8C4F-94A4-3C39-35E910D73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226" y="1810434"/>
            <a:ext cx="5404021" cy="29323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F4A0BA-E2CF-6B8B-9B67-3DC96476E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0" y="3730877"/>
            <a:ext cx="5646297" cy="1826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9AB2D6-CEA3-0415-219B-FCED08A65FF8}"/>
              </a:ext>
            </a:extLst>
          </p:cNvPr>
          <p:cNvSpPr txBox="1"/>
          <p:nvPr/>
        </p:nvSpPr>
        <p:spPr>
          <a:xfrm>
            <a:off x="6629400" y="4836695"/>
            <a:ext cx="520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 The PDF with all the tickets.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6F705-A88D-F0F8-FF3E-853D77F6C083}"/>
              </a:ext>
            </a:extLst>
          </p:cNvPr>
          <p:cNvSpPr txBox="1"/>
          <p:nvPr/>
        </p:nvSpPr>
        <p:spPr>
          <a:xfrm>
            <a:off x="539580" y="5650832"/>
            <a:ext cx="520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2: A single ticket with a </a:t>
            </a:r>
            <a:r>
              <a:rPr lang="en-US" dirty="0" err="1"/>
              <a:t>QrCode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078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68EE-DAC4-4DDD-7FA4-B4071CDD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8744D-C1BF-E901-2AA2-0E585C3AE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25" y="1606215"/>
            <a:ext cx="10948737" cy="45707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Up to 8 people can connect to the website at any given time.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you have to do is scan a </a:t>
            </a:r>
            <a:r>
              <a:rPr lang="en-US" dirty="0" err="1"/>
              <a:t>QrCode</a:t>
            </a:r>
            <a:r>
              <a:rPr lang="en-US" dirty="0"/>
              <a:t>, Enter the details and that’s it.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of the details are saved to a database and a spreadsheet, which is organized by year group and form.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going to be a small demo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21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762-6D57-66F0-5528-40B01C64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spreadsheet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B481-91C1-BA1F-8439-10F4C4272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you keep scanning, the spread gets updated.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spreadsheet organizes the students and groups them by year and form.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C98A8-DE12-8278-1BE4-421452F0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86" y="92899"/>
            <a:ext cx="10678027" cy="667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85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188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QrCode System</vt:lpstr>
      <vt:lpstr>Tickets</vt:lpstr>
      <vt:lpstr>Website</vt:lpstr>
      <vt:lpstr>The spreadsheet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Ruchit Soni</dc:creator>
  <cp:lastModifiedBy>Ruchit Soni</cp:lastModifiedBy>
  <cp:revision>2</cp:revision>
  <dcterms:created xsi:type="dcterms:W3CDTF">2026-06-04T07:29:21Z</dcterms:created>
  <dcterms:modified xsi:type="dcterms:W3CDTF">2026-06-04T09:24:02Z</dcterms:modified>
</cp:coreProperties>
</file>